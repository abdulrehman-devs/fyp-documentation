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9144000" cy="51435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4" name="PlaceHolder 2"/>
          <p:cNvSpPr>
            <a:spLocks noGrp="1"/>
          </p:cNvSpPr>
          <p:nvPr>
            <p:ph type="subTitle"/>
          </p:nvPr>
        </p:nvSpPr>
        <p:spPr>
          <a:xfrm>
            <a:off x="3599640" y="2350440"/>
            <a:ext cx="5114880" cy="2790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6" name="PlaceHolder 2"/>
          <p:cNvSpPr>
            <a:spLocks noGrp="1"/>
          </p:cNvSpPr>
          <p:nvPr>
            <p:ph/>
          </p:nvPr>
        </p:nvSpPr>
        <p:spPr>
          <a:xfrm>
            <a:off x="3599640" y="2350440"/>
            <a:ext cx="5114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8"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9"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546120" y="2428920"/>
            <a:ext cx="2955960" cy="1028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3"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5"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7"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8"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9" name="PlaceHolder 4"/>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21"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22"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23" name="PlaceHolder 4"/>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25" name="PlaceHolder 2"/>
          <p:cNvSpPr>
            <a:spLocks noGrp="1"/>
          </p:cNvSpPr>
          <p:nvPr>
            <p:ph/>
          </p:nvPr>
        </p:nvSpPr>
        <p:spPr>
          <a:xfrm>
            <a:off x="3599640" y="235044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26" name="PlaceHolder 3"/>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28"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29"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0"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1" name="PlaceHolder 5"/>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33" name="PlaceHolder 2"/>
          <p:cNvSpPr>
            <a:spLocks noGrp="1"/>
          </p:cNvSpPr>
          <p:nvPr>
            <p:ph/>
          </p:nvPr>
        </p:nvSpPr>
        <p:spPr>
          <a:xfrm>
            <a:off x="359964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4" name="PlaceHolder 3"/>
          <p:cNvSpPr>
            <a:spLocks noGrp="1"/>
          </p:cNvSpPr>
          <p:nvPr>
            <p:ph/>
          </p:nvPr>
        </p:nvSpPr>
        <p:spPr>
          <a:xfrm>
            <a:off x="532908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5" name="PlaceHolder 4"/>
          <p:cNvSpPr>
            <a:spLocks noGrp="1"/>
          </p:cNvSpPr>
          <p:nvPr>
            <p:ph/>
          </p:nvPr>
        </p:nvSpPr>
        <p:spPr>
          <a:xfrm>
            <a:off x="705852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6" name="PlaceHolder 5"/>
          <p:cNvSpPr>
            <a:spLocks noGrp="1"/>
          </p:cNvSpPr>
          <p:nvPr>
            <p:ph/>
          </p:nvPr>
        </p:nvSpPr>
        <p:spPr>
          <a:xfrm>
            <a:off x="359964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7" name="PlaceHolder 6"/>
          <p:cNvSpPr>
            <a:spLocks noGrp="1"/>
          </p:cNvSpPr>
          <p:nvPr>
            <p:ph/>
          </p:nvPr>
        </p:nvSpPr>
        <p:spPr>
          <a:xfrm>
            <a:off x="532908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38" name="PlaceHolder 7"/>
          <p:cNvSpPr>
            <a:spLocks noGrp="1"/>
          </p:cNvSpPr>
          <p:nvPr>
            <p:ph/>
          </p:nvPr>
        </p:nvSpPr>
        <p:spPr>
          <a:xfrm>
            <a:off x="705852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43" name="PlaceHolder 2"/>
          <p:cNvSpPr>
            <a:spLocks noGrp="1"/>
          </p:cNvSpPr>
          <p:nvPr>
            <p:ph type="subTitle"/>
          </p:nvPr>
        </p:nvSpPr>
        <p:spPr>
          <a:xfrm>
            <a:off x="3599640" y="2350440"/>
            <a:ext cx="5114880" cy="2790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45" name="PlaceHolder 2"/>
          <p:cNvSpPr>
            <a:spLocks noGrp="1"/>
          </p:cNvSpPr>
          <p:nvPr>
            <p:ph/>
          </p:nvPr>
        </p:nvSpPr>
        <p:spPr>
          <a:xfrm>
            <a:off x="3599640" y="2350440"/>
            <a:ext cx="5114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47"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48"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546120" y="2428920"/>
            <a:ext cx="2955960" cy="1028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52"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53"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54"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56"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57"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58" name="PlaceHolder 4"/>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60"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61"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62" name="PlaceHolder 4"/>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64" name="PlaceHolder 2"/>
          <p:cNvSpPr>
            <a:spLocks noGrp="1"/>
          </p:cNvSpPr>
          <p:nvPr>
            <p:ph/>
          </p:nvPr>
        </p:nvSpPr>
        <p:spPr>
          <a:xfrm>
            <a:off x="3599640" y="235044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65" name="PlaceHolder 3"/>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67"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68"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69"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70" name="PlaceHolder 5"/>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72" name="PlaceHolder 2"/>
          <p:cNvSpPr>
            <a:spLocks noGrp="1"/>
          </p:cNvSpPr>
          <p:nvPr>
            <p:ph/>
          </p:nvPr>
        </p:nvSpPr>
        <p:spPr>
          <a:xfrm>
            <a:off x="359964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73" name="PlaceHolder 3"/>
          <p:cNvSpPr>
            <a:spLocks noGrp="1"/>
          </p:cNvSpPr>
          <p:nvPr>
            <p:ph/>
          </p:nvPr>
        </p:nvSpPr>
        <p:spPr>
          <a:xfrm>
            <a:off x="532908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74" name="PlaceHolder 4"/>
          <p:cNvSpPr>
            <a:spLocks noGrp="1"/>
          </p:cNvSpPr>
          <p:nvPr>
            <p:ph/>
          </p:nvPr>
        </p:nvSpPr>
        <p:spPr>
          <a:xfrm>
            <a:off x="705852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75" name="PlaceHolder 5"/>
          <p:cNvSpPr>
            <a:spLocks noGrp="1"/>
          </p:cNvSpPr>
          <p:nvPr>
            <p:ph/>
          </p:nvPr>
        </p:nvSpPr>
        <p:spPr>
          <a:xfrm>
            <a:off x="359964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76" name="PlaceHolder 6"/>
          <p:cNvSpPr>
            <a:spLocks noGrp="1"/>
          </p:cNvSpPr>
          <p:nvPr>
            <p:ph/>
          </p:nvPr>
        </p:nvSpPr>
        <p:spPr>
          <a:xfrm>
            <a:off x="532908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77" name="PlaceHolder 7"/>
          <p:cNvSpPr>
            <a:spLocks noGrp="1"/>
          </p:cNvSpPr>
          <p:nvPr>
            <p:ph/>
          </p:nvPr>
        </p:nvSpPr>
        <p:spPr>
          <a:xfrm>
            <a:off x="705852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83" name="PlaceHolder 2"/>
          <p:cNvSpPr>
            <a:spLocks noGrp="1"/>
          </p:cNvSpPr>
          <p:nvPr>
            <p:ph type="subTitle"/>
          </p:nvPr>
        </p:nvSpPr>
        <p:spPr>
          <a:xfrm>
            <a:off x="3599640" y="2350440"/>
            <a:ext cx="5114880" cy="2790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85" name="PlaceHolder 2"/>
          <p:cNvSpPr>
            <a:spLocks noGrp="1"/>
          </p:cNvSpPr>
          <p:nvPr>
            <p:ph/>
          </p:nvPr>
        </p:nvSpPr>
        <p:spPr>
          <a:xfrm>
            <a:off x="3599640" y="2350440"/>
            <a:ext cx="5114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87"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88"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546120" y="2428920"/>
            <a:ext cx="2955960" cy="1028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92"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93"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94"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96"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97"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98" name="PlaceHolder 4"/>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00"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01"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02" name="PlaceHolder 4"/>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04" name="PlaceHolder 2"/>
          <p:cNvSpPr>
            <a:spLocks noGrp="1"/>
          </p:cNvSpPr>
          <p:nvPr>
            <p:ph/>
          </p:nvPr>
        </p:nvSpPr>
        <p:spPr>
          <a:xfrm>
            <a:off x="3599640" y="235044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05" name="PlaceHolder 3"/>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07"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08"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09"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10" name="PlaceHolder 5"/>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12" name="PlaceHolder 2"/>
          <p:cNvSpPr>
            <a:spLocks noGrp="1"/>
          </p:cNvSpPr>
          <p:nvPr>
            <p:ph/>
          </p:nvPr>
        </p:nvSpPr>
        <p:spPr>
          <a:xfrm>
            <a:off x="359964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13" name="PlaceHolder 3"/>
          <p:cNvSpPr>
            <a:spLocks noGrp="1"/>
          </p:cNvSpPr>
          <p:nvPr>
            <p:ph/>
          </p:nvPr>
        </p:nvSpPr>
        <p:spPr>
          <a:xfrm>
            <a:off x="532908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14" name="PlaceHolder 4"/>
          <p:cNvSpPr>
            <a:spLocks noGrp="1"/>
          </p:cNvSpPr>
          <p:nvPr>
            <p:ph/>
          </p:nvPr>
        </p:nvSpPr>
        <p:spPr>
          <a:xfrm>
            <a:off x="705852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15" name="PlaceHolder 5"/>
          <p:cNvSpPr>
            <a:spLocks noGrp="1"/>
          </p:cNvSpPr>
          <p:nvPr>
            <p:ph/>
          </p:nvPr>
        </p:nvSpPr>
        <p:spPr>
          <a:xfrm>
            <a:off x="359964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16" name="PlaceHolder 6"/>
          <p:cNvSpPr>
            <a:spLocks noGrp="1"/>
          </p:cNvSpPr>
          <p:nvPr>
            <p:ph/>
          </p:nvPr>
        </p:nvSpPr>
        <p:spPr>
          <a:xfrm>
            <a:off x="532908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17" name="PlaceHolder 7"/>
          <p:cNvSpPr>
            <a:spLocks noGrp="1"/>
          </p:cNvSpPr>
          <p:nvPr>
            <p:ph/>
          </p:nvPr>
        </p:nvSpPr>
        <p:spPr>
          <a:xfrm>
            <a:off x="705852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22" name="PlaceHolder 2"/>
          <p:cNvSpPr>
            <a:spLocks noGrp="1"/>
          </p:cNvSpPr>
          <p:nvPr>
            <p:ph type="subTitle"/>
          </p:nvPr>
        </p:nvSpPr>
        <p:spPr>
          <a:xfrm>
            <a:off x="3599640" y="2350440"/>
            <a:ext cx="5114880" cy="2790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24" name="PlaceHolder 2"/>
          <p:cNvSpPr>
            <a:spLocks noGrp="1"/>
          </p:cNvSpPr>
          <p:nvPr>
            <p:ph/>
          </p:nvPr>
        </p:nvSpPr>
        <p:spPr>
          <a:xfrm>
            <a:off x="3599640" y="2350440"/>
            <a:ext cx="5114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26"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27"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546120" y="2428920"/>
            <a:ext cx="2955960" cy="1028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31"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32" name="PlaceHolder 3"/>
          <p:cNvSpPr>
            <a:spLocks noGrp="1"/>
          </p:cNvSpPr>
          <p:nvPr>
            <p:ph/>
          </p:nvPr>
        </p:nvSpPr>
        <p:spPr>
          <a:xfrm>
            <a:off x="622080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33"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35" name="PlaceHolder 2"/>
          <p:cNvSpPr>
            <a:spLocks noGrp="1"/>
          </p:cNvSpPr>
          <p:nvPr>
            <p:ph/>
          </p:nvPr>
        </p:nvSpPr>
        <p:spPr>
          <a:xfrm>
            <a:off x="3599640" y="2350440"/>
            <a:ext cx="2495880" cy="279036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36"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37" name="PlaceHolder 4"/>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39"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0"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1" name="PlaceHolder 4"/>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43" name="PlaceHolder 2"/>
          <p:cNvSpPr>
            <a:spLocks noGrp="1"/>
          </p:cNvSpPr>
          <p:nvPr>
            <p:ph/>
          </p:nvPr>
        </p:nvSpPr>
        <p:spPr>
          <a:xfrm>
            <a:off x="3599640" y="235044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4" name="PlaceHolder 3"/>
          <p:cNvSpPr>
            <a:spLocks noGrp="1"/>
          </p:cNvSpPr>
          <p:nvPr>
            <p:ph/>
          </p:nvPr>
        </p:nvSpPr>
        <p:spPr>
          <a:xfrm>
            <a:off x="3599640" y="3808080"/>
            <a:ext cx="5114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46" name="PlaceHolder 2"/>
          <p:cNvSpPr>
            <a:spLocks noGrp="1"/>
          </p:cNvSpPr>
          <p:nvPr>
            <p:ph/>
          </p:nvPr>
        </p:nvSpPr>
        <p:spPr>
          <a:xfrm>
            <a:off x="359964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7" name="PlaceHolder 3"/>
          <p:cNvSpPr>
            <a:spLocks noGrp="1"/>
          </p:cNvSpPr>
          <p:nvPr>
            <p:ph/>
          </p:nvPr>
        </p:nvSpPr>
        <p:spPr>
          <a:xfrm>
            <a:off x="6220800" y="235044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8" name="PlaceHolder 4"/>
          <p:cNvSpPr>
            <a:spLocks noGrp="1"/>
          </p:cNvSpPr>
          <p:nvPr>
            <p:ph/>
          </p:nvPr>
        </p:nvSpPr>
        <p:spPr>
          <a:xfrm>
            <a:off x="359964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49" name="PlaceHolder 5"/>
          <p:cNvSpPr>
            <a:spLocks noGrp="1"/>
          </p:cNvSpPr>
          <p:nvPr>
            <p:ph/>
          </p:nvPr>
        </p:nvSpPr>
        <p:spPr>
          <a:xfrm>
            <a:off x="6220800" y="3808080"/>
            <a:ext cx="249588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546120" y="2350440"/>
            <a:ext cx="2955960" cy="2252880"/>
          </a:xfrm>
          <a:prstGeom prst="rect">
            <a:avLst/>
          </a:prstGeom>
          <a:noFill/>
          <a:ln w="0">
            <a:noFill/>
          </a:ln>
        </p:spPr>
        <p:txBody>
          <a:bodyPr lIns="0" rIns="0" tIns="0" bIns="0" anchor="ctr">
            <a:noAutofit/>
          </a:bodyPr>
          <a:p>
            <a:endParaRPr b="0" lang="en-US" sz="1800" spc="-1" strike="noStrike">
              <a:solidFill>
                <a:srgbClr val="131212"/>
              </a:solidFill>
              <a:latin typeface="Arial"/>
            </a:endParaRPr>
          </a:p>
        </p:txBody>
      </p:sp>
      <p:sp>
        <p:nvSpPr>
          <p:cNvPr id="151" name="PlaceHolder 2"/>
          <p:cNvSpPr>
            <a:spLocks noGrp="1"/>
          </p:cNvSpPr>
          <p:nvPr>
            <p:ph/>
          </p:nvPr>
        </p:nvSpPr>
        <p:spPr>
          <a:xfrm>
            <a:off x="359964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52" name="PlaceHolder 3"/>
          <p:cNvSpPr>
            <a:spLocks noGrp="1"/>
          </p:cNvSpPr>
          <p:nvPr>
            <p:ph/>
          </p:nvPr>
        </p:nvSpPr>
        <p:spPr>
          <a:xfrm>
            <a:off x="532908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53" name="PlaceHolder 4"/>
          <p:cNvSpPr>
            <a:spLocks noGrp="1"/>
          </p:cNvSpPr>
          <p:nvPr>
            <p:ph/>
          </p:nvPr>
        </p:nvSpPr>
        <p:spPr>
          <a:xfrm>
            <a:off x="7058520" y="235044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54" name="PlaceHolder 5"/>
          <p:cNvSpPr>
            <a:spLocks noGrp="1"/>
          </p:cNvSpPr>
          <p:nvPr>
            <p:ph/>
          </p:nvPr>
        </p:nvSpPr>
        <p:spPr>
          <a:xfrm>
            <a:off x="359964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55" name="PlaceHolder 6"/>
          <p:cNvSpPr>
            <a:spLocks noGrp="1"/>
          </p:cNvSpPr>
          <p:nvPr>
            <p:ph/>
          </p:nvPr>
        </p:nvSpPr>
        <p:spPr>
          <a:xfrm>
            <a:off x="532908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
        <p:nvSpPr>
          <p:cNvPr id="156" name="PlaceHolder 7"/>
          <p:cNvSpPr>
            <a:spLocks noGrp="1"/>
          </p:cNvSpPr>
          <p:nvPr>
            <p:ph/>
          </p:nvPr>
        </p:nvSpPr>
        <p:spPr>
          <a:xfrm>
            <a:off x="7058520" y="3808080"/>
            <a:ext cx="1646640" cy="1330920"/>
          </a:xfrm>
          <a:prstGeom prst="rect">
            <a:avLst/>
          </a:prstGeom>
          <a:noFill/>
          <a:ln w="0">
            <a:noFill/>
          </a:ln>
        </p:spPr>
        <p:txBody>
          <a:bodyPr lIns="0" rIns="0" tIns="0" bIns="0" anchor="t">
            <a:normAutofit/>
          </a:bodyPr>
          <a:p>
            <a:endParaRPr b="0" lang="en-US" sz="1800" spc="-1" strike="noStrike">
              <a:solidFill>
                <a:srgbClr val="131212"/>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Google Shape;9;p2"/>
          <p:cNvSpPr/>
          <p:nvPr/>
        </p:nvSpPr>
        <p:spPr>
          <a:xfrm flipH="1" rot="10800000">
            <a:off x="0" y="3852720"/>
            <a:ext cx="9143280" cy="1290960"/>
          </a:xfrm>
          <a:prstGeom prst="rect">
            <a:avLst/>
          </a:prstGeom>
          <a:gradFill rotWithShape="0">
            <a:gsLst>
              <a:gs pos="0">
                <a:srgbClr val="ffffff"/>
              </a:gs>
              <a:gs pos="100000">
                <a:srgbClr val="e8f6ff"/>
              </a:gs>
            </a:gsLst>
            <a:lin ang="5406000"/>
          </a:gradFill>
          <a:ln w="0">
            <a:noFill/>
          </a:ln>
        </p:spPr>
        <p:style>
          <a:lnRef idx="0"/>
          <a:fillRef idx="0"/>
          <a:effectRef idx="0"/>
          <a:fontRef idx="minor"/>
        </p:style>
      </p:sp>
      <p:sp>
        <p:nvSpPr>
          <p:cNvPr id="1" name="PlaceHolder 1"/>
          <p:cNvSpPr>
            <a:spLocks noGrp="1"/>
          </p:cNvSpPr>
          <p:nvPr>
            <p:ph type="title"/>
          </p:nvPr>
        </p:nvSpPr>
        <p:spPr>
          <a:xfrm>
            <a:off x="428760" y="2966040"/>
            <a:ext cx="6375960" cy="1636920"/>
          </a:xfrm>
          <a:prstGeom prst="rect">
            <a:avLst/>
          </a:prstGeom>
          <a:noFill/>
          <a:ln w="0">
            <a:noFill/>
          </a:ln>
        </p:spPr>
        <p:txBody>
          <a:bodyPr tIns="91440" bIns="91440" anchor="b">
            <a:noAutofit/>
          </a:bodyPr>
          <a:p>
            <a:pPr>
              <a:lnSpc>
                <a:spcPct val="100000"/>
              </a:lnSpc>
              <a:buNone/>
              <a:tabLst>
                <a:tab algn="l" pos="0"/>
              </a:tabLst>
            </a:pPr>
            <a:r>
              <a:rPr b="0" lang="fr-FR" sz="4500" spc="-1" strike="noStrike">
                <a:solidFill>
                  <a:srgbClr val="131212"/>
                </a:solidFill>
                <a:latin typeface="Arial"/>
              </a:rPr>
              <a:t>Click to edit the title text format</a:t>
            </a:r>
            <a:endParaRPr b="0" lang="en-US" sz="4500" spc="-1" strike="noStrike">
              <a:solidFill>
                <a:srgbClr val="131212"/>
              </a:solidFill>
              <a:latin typeface="Arial"/>
            </a:endParaRPr>
          </a:p>
        </p:txBody>
      </p:sp>
      <p:sp>
        <p:nvSpPr>
          <p:cNvPr id="2" name="PlaceHolder 2"/>
          <p:cNvSpPr>
            <a:spLocks noGrp="1"/>
          </p:cNvSpPr>
          <p:nvPr>
            <p:ph type="body"/>
          </p:nvPr>
        </p:nvSpPr>
        <p:spPr>
          <a:xfrm>
            <a:off x="546120" y="355680"/>
            <a:ext cx="8168760" cy="2610000"/>
          </a:xfrm>
          <a:prstGeom prst="rect">
            <a:avLst/>
          </a:prstGeom>
          <a:noFill/>
          <a:ln w="0">
            <a:noFill/>
          </a:ln>
        </p:spPr>
        <p:txBody>
          <a:bodyPr lIns="90000" rIns="90000" tIns="45000" bIns="45000" anchor="t">
            <a:normAutofit/>
          </a:bodyPr>
          <a:p>
            <a:pPr marL="431640" indent="-324000">
              <a:lnSpc>
                <a:spcPct val="100000"/>
              </a:lnSpc>
              <a:spcBef>
                <a:spcPts val="1414"/>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en-US" sz="1800" spc="-1" strike="noStrike">
              <a:solidFill>
                <a:srgbClr val="131212"/>
              </a:solidFill>
              <a:latin typeface="Arial"/>
            </a:endParaRPr>
          </a:p>
          <a:p>
            <a:pPr lvl="1" marL="864360" indent="-324000">
              <a:lnSpc>
                <a:spcPct val="100000"/>
              </a:lnSpc>
              <a:spcBef>
                <a:spcPts val="1134"/>
              </a:spcBef>
              <a:buClr>
                <a:srgbClr val="000000"/>
              </a:buClr>
              <a:buSzPct val="75000"/>
              <a:buFont typeface="Symbol"/>
              <a:buChar char=""/>
            </a:pPr>
            <a:r>
              <a:rPr b="0" lang="fr-FR" sz="1800" spc="-1" strike="noStrike">
                <a:solidFill>
                  <a:srgbClr val="000000"/>
                </a:solidFill>
                <a:latin typeface="Arial"/>
              </a:rPr>
              <a:t>Second Outline Level</a:t>
            </a:r>
            <a:endParaRPr b="0" lang="en-US" sz="1800" spc="-1" strike="noStrike">
              <a:solidFill>
                <a:srgbClr val="131212"/>
              </a:solidFill>
              <a:latin typeface="Arial"/>
            </a:endParaRPr>
          </a:p>
          <a:p>
            <a:pPr lvl="2" marL="1296000" indent="-288360">
              <a:lnSpc>
                <a:spcPct val="100000"/>
              </a:lnSpc>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en-US" sz="1800" spc="-1" strike="noStrike">
              <a:solidFill>
                <a:srgbClr val="131212"/>
              </a:solidFill>
              <a:latin typeface="Arial"/>
            </a:endParaRPr>
          </a:p>
          <a:p>
            <a:pPr lvl="3" marL="1728000" indent="-216000">
              <a:lnSpc>
                <a:spcPct val="100000"/>
              </a:lnSpc>
              <a:spcBef>
                <a:spcPts val="564"/>
              </a:spcBef>
              <a:buClr>
                <a:srgbClr val="000000"/>
              </a:buClr>
              <a:buSzPct val="75000"/>
              <a:buFont typeface="Symbol"/>
              <a:buChar char=""/>
            </a:pPr>
            <a:r>
              <a:rPr b="0" lang="fr-FR" sz="1800" spc="-1" strike="noStrike">
                <a:solidFill>
                  <a:srgbClr val="000000"/>
                </a:solidFill>
                <a:latin typeface="Arial"/>
              </a:rPr>
              <a:t>Fourth Outline Level</a:t>
            </a:r>
            <a:endParaRPr b="0" lang="en-US" sz="1800" spc="-1" strike="noStrike">
              <a:solidFill>
                <a:srgbClr val="131212"/>
              </a:solidFill>
              <a:latin typeface="Arial"/>
            </a:endParaRPr>
          </a:p>
          <a:p>
            <a:pPr lvl="4" marL="216036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Fifth Outline Level</a:t>
            </a:r>
            <a:endParaRPr b="0" lang="en-US" sz="1800" spc="-1" strike="noStrike">
              <a:solidFill>
                <a:srgbClr val="131212"/>
              </a:solidFill>
              <a:latin typeface="Arial"/>
            </a:endParaRPr>
          </a:p>
          <a:p>
            <a:pPr lvl="5" marL="259200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Sixth Outline Level</a:t>
            </a:r>
            <a:endParaRPr b="0" lang="en-US" sz="1800" spc="-1" strike="noStrike">
              <a:solidFill>
                <a:srgbClr val="131212"/>
              </a:solidFill>
              <a:latin typeface="Arial"/>
            </a:endParaRPr>
          </a:p>
          <a:p>
            <a:pPr lvl="6" marL="302400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Seventh Outline Level</a:t>
            </a:r>
            <a:endParaRPr b="0" lang="en-US" sz="1800" spc="-1" strike="noStrike">
              <a:solidFill>
                <a:srgbClr val="131212"/>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Google Shape;78;p17"/>
          <p:cNvSpPr/>
          <p:nvPr/>
        </p:nvSpPr>
        <p:spPr>
          <a:xfrm rot="16200000">
            <a:off x="-1926000" y="1926720"/>
            <a:ext cx="5145120" cy="1290960"/>
          </a:xfrm>
          <a:prstGeom prst="rect">
            <a:avLst/>
          </a:prstGeom>
          <a:gradFill rotWithShape="0">
            <a:gsLst>
              <a:gs pos="0">
                <a:srgbClr val="ffffff"/>
              </a:gs>
              <a:gs pos="100000">
                <a:srgbClr val="e8f6ff"/>
              </a:gs>
            </a:gsLst>
            <a:lin ang="10794000"/>
          </a:gradFill>
          <a:ln w="0">
            <a:noFill/>
          </a:ln>
        </p:spPr>
        <p:style>
          <a:lnRef idx="0"/>
          <a:fillRef idx="0"/>
          <a:effectRef idx="0"/>
          <a:fontRef idx="minor"/>
        </p:style>
      </p:sp>
      <p:sp>
        <p:nvSpPr>
          <p:cNvPr id="40" name="PlaceHolder 1"/>
          <p:cNvSpPr>
            <a:spLocks noGrp="1"/>
          </p:cNvSpPr>
          <p:nvPr>
            <p:ph type="title"/>
          </p:nvPr>
        </p:nvSpPr>
        <p:spPr>
          <a:xfrm>
            <a:off x="546120" y="2350440"/>
            <a:ext cx="2955960" cy="2252880"/>
          </a:xfrm>
          <a:prstGeom prst="rect">
            <a:avLst/>
          </a:prstGeom>
          <a:noFill/>
          <a:ln w="0">
            <a:noFill/>
          </a:ln>
        </p:spPr>
        <p:txBody>
          <a:bodyPr tIns="91440" bIns="91440" anchor="b">
            <a:noAutofit/>
          </a:bodyPr>
          <a:p>
            <a:pPr>
              <a:lnSpc>
                <a:spcPct val="100000"/>
              </a:lnSpc>
              <a:buNone/>
              <a:tabLst>
                <a:tab algn="l" pos="0"/>
              </a:tabLst>
            </a:pPr>
            <a:r>
              <a:rPr b="0" lang="fr-FR" sz="3000" spc="-1" strike="noStrike">
                <a:solidFill>
                  <a:srgbClr val="131212"/>
                </a:solidFill>
                <a:latin typeface="Arial"/>
              </a:rPr>
              <a:t>Click to edit the title text format</a:t>
            </a:r>
            <a:endParaRPr b="0" lang="en-US" sz="3000" spc="-1" strike="noStrike">
              <a:solidFill>
                <a:srgbClr val="131212"/>
              </a:solidFill>
              <a:latin typeface="Arial"/>
            </a:endParaRPr>
          </a:p>
        </p:txBody>
      </p:sp>
      <p:sp>
        <p:nvSpPr>
          <p:cNvPr id="41" name="PlaceHolder 2"/>
          <p:cNvSpPr>
            <a:spLocks noGrp="1"/>
          </p:cNvSpPr>
          <p:nvPr>
            <p:ph type="body"/>
          </p:nvPr>
        </p:nvSpPr>
        <p:spPr>
          <a:xfrm>
            <a:off x="3599640" y="2350440"/>
            <a:ext cx="5114880" cy="2790360"/>
          </a:xfrm>
          <a:prstGeom prst="rect">
            <a:avLst/>
          </a:prstGeom>
          <a:noFill/>
          <a:ln w="0">
            <a:noFill/>
          </a:ln>
        </p:spPr>
        <p:txBody>
          <a:bodyPr lIns="90000" rIns="90000" tIns="45000" bIns="45000" anchor="t">
            <a:normAutofit/>
          </a:bodyPr>
          <a:p>
            <a:pPr marL="431640" indent="-324000">
              <a:lnSpc>
                <a:spcPct val="100000"/>
              </a:lnSpc>
              <a:spcBef>
                <a:spcPts val="1414"/>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en-US" sz="1800" spc="-1" strike="noStrike">
              <a:solidFill>
                <a:srgbClr val="131212"/>
              </a:solidFill>
              <a:latin typeface="Arial"/>
            </a:endParaRPr>
          </a:p>
          <a:p>
            <a:pPr lvl="1" marL="864360" indent="-324000">
              <a:lnSpc>
                <a:spcPct val="100000"/>
              </a:lnSpc>
              <a:spcBef>
                <a:spcPts val="1134"/>
              </a:spcBef>
              <a:buClr>
                <a:srgbClr val="000000"/>
              </a:buClr>
              <a:buSzPct val="75000"/>
              <a:buFont typeface="Symbol"/>
              <a:buChar char=""/>
            </a:pPr>
            <a:r>
              <a:rPr b="0" lang="fr-FR" sz="1800" spc="-1" strike="noStrike">
                <a:solidFill>
                  <a:srgbClr val="000000"/>
                </a:solidFill>
                <a:latin typeface="Arial"/>
              </a:rPr>
              <a:t>Second Outline Level</a:t>
            </a:r>
            <a:endParaRPr b="0" lang="en-US" sz="1800" spc="-1" strike="noStrike">
              <a:solidFill>
                <a:srgbClr val="131212"/>
              </a:solidFill>
              <a:latin typeface="Arial"/>
            </a:endParaRPr>
          </a:p>
          <a:p>
            <a:pPr lvl="2" marL="1296000" indent="-288360">
              <a:lnSpc>
                <a:spcPct val="100000"/>
              </a:lnSpc>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en-US" sz="1800" spc="-1" strike="noStrike">
              <a:solidFill>
                <a:srgbClr val="131212"/>
              </a:solidFill>
              <a:latin typeface="Arial"/>
            </a:endParaRPr>
          </a:p>
          <a:p>
            <a:pPr lvl="3" marL="1728000" indent="-216000">
              <a:lnSpc>
                <a:spcPct val="100000"/>
              </a:lnSpc>
              <a:spcBef>
                <a:spcPts val="564"/>
              </a:spcBef>
              <a:buClr>
                <a:srgbClr val="000000"/>
              </a:buClr>
              <a:buSzPct val="75000"/>
              <a:buFont typeface="Symbol"/>
              <a:buChar char=""/>
            </a:pPr>
            <a:r>
              <a:rPr b="0" lang="fr-FR" sz="1800" spc="-1" strike="noStrike">
                <a:solidFill>
                  <a:srgbClr val="000000"/>
                </a:solidFill>
                <a:latin typeface="Arial"/>
              </a:rPr>
              <a:t>Fourth Outline Level</a:t>
            </a:r>
            <a:endParaRPr b="0" lang="en-US" sz="1800" spc="-1" strike="noStrike">
              <a:solidFill>
                <a:srgbClr val="131212"/>
              </a:solidFill>
              <a:latin typeface="Arial"/>
            </a:endParaRPr>
          </a:p>
          <a:p>
            <a:pPr lvl="4" marL="216036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Fifth Outline Level</a:t>
            </a:r>
            <a:endParaRPr b="0" lang="en-US" sz="1800" spc="-1" strike="noStrike">
              <a:solidFill>
                <a:srgbClr val="131212"/>
              </a:solidFill>
              <a:latin typeface="Arial"/>
            </a:endParaRPr>
          </a:p>
          <a:p>
            <a:pPr lvl="5" marL="259200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Sixth Outline Level</a:t>
            </a:r>
            <a:endParaRPr b="0" lang="en-US" sz="1800" spc="-1" strike="noStrike">
              <a:solidFill>
                <a:srgbClr val="131212"/>
              </a:solidFill>
              <a:latin typeface="Arial"/>
            </a:endParaRPr>
          </a:p>
          <a:p>
            <a:pPr lvl="6" marL="302400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Seventh Outline Level</a:t>
            </a:r>
            <a:endParaRPr b="0" lang="en-US" sz="1800" spc="-1" strike="noStrike">
              <a:solidFill>
                <a:srgbClr val="131212"/>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Google Shape;14;p3"/>
          <p:cNvSpPr/>
          <p:nvPr/>
        </p:nvSpPr>
        <p:spPr>
          <a:xfrm>
            <a:off x="0" y="-2520"/>
            <a:ext cx="9143280" cy="1290960"/>
          </a:xfrm>
          <a:prstGeom prst="rect">
            <a:avLst/>
          </a:prstGeom>
          <a:gradFill rotWithShape="0">
            <a:gsLst>
              <a:gs pos="0">
                <a:srgbClr val="ffffff"/>
              </a:gs>
              <a:gs pos="100000">
                <a:srgbClr val="e8f6ff"/>
              </a:gs>
            </a:gsLst>
            <a:lin ang="16200000"/>
          </a:gradFill>
          <a:ln w="0">
            <a:noFill/>
          </a:ln>
        </p:spPr>
        <p:style>
          <a:lnRef idx="0"/>
          <a:fillRef idx="0"/>
          <a:effectRef idx="0"/>
          <a:fontRef idx="minor"/>
        </p:style>
      </p:sp>
      <p:sp>
        <p:nvSpPr>
          <p:cNvPr id="79" name="PlaceHolder 1"/>
          <p:cNvSpPr>
            <a:spLocks noGrp="1"/>
          </p:cNvSpPr>
          <p:nvPr>
            <p:ph type="title"/>
          </p:nvPr>
        </p:nvSpPr>
        <p:spPr>
          <a:xfrm>
            <a:off x="4413960" y="539640"/>
            <a:ext cx="4383000" cy="1340640"/>
          </a:xfrm>
          <a:prstGeom prst="rect">
            <a:avLst/>
          </a:prstGeom>
          <a:noFill/>
          <a:ln w="0">
            <a:noFill/>
          </a:ln>
        </p:spPr>
        <p:txBody>
          <a:bodyPr tIns="91440" bIns="91440" anchor="ctr">
            <a:noAutofit/>
          </a:bodyPr>
          <a:p>
            <a:pPr>
              <a:lnSpc>
                <a:spcPct val="100000"/>
              </a:lnSpc>
              <a:buNone/>
              <a:tabLst>
                <a:tab algn="l" pos="0"/>
              </a:tabLst>
            </a:pPr>
            <a:r>
              <a:rPr b="0" lang="fr-FR" sz="4000" spc="-1" strike="noStrike">
                <a:solidFill>
                  <a:srgbClr val="131212"/>
                </a:solidFill>
                <a:latin typeface="Arial"/>
              </a:rPr>
              <a:t>Click to edit the title text format</a:t>
            </a:r>
            <a:endParaRPr b="0" lang="en-US" sz="4000" spc="-1" strike="noStrike">
              <a:solidFill>
                <a:srgbClr val="131212"/>
              </a:solidFill>
              <a:latin typeface="Arial"/>
            </a:endParaRPr>
          </a:p>
        </p:txBody>
      </p:sp>
      <p:sp>
        <p:nvSpPr>
          <p:cNvPr id="80" name="PlaceHolder 2"/>
          <p:cNvSpPr>
            <a:spLocks noGrp="1"/>
          </p:cNvSpPr>
          <p:nvPr>
            <p:ph type="title"/>
          </p:nvPr>
        </p:nvSpPr>
        <p:spPr>
          <a:xfrm>
            <a:off x="422640" y="539640"/>
            <a:ext cx="1551600" cy="840960"/>
          </a:xfrm>
          <a:prstGeom prst="rect">
            <a:avLst/>
          </a:prstGeom>
          <a:noFill/>
          <a:ln w="0">
            <a:noFill/>
          </a:ln>
        </p:spPr>
        <p:txBody>
          <a:bodyPr tIns="91440" bIns="91440" anchor="ctr">
            <a:noAutofit/>
          </a:bodyPr>
          <a:p>
            <a:pPr>
              <a:lnSpc>
                <a:spcPct val="100000"/>
              </a:lnSpc>
              <a:buNone/>
              <a:tabLst>
                <a:tab algn="l" pos="0"/>
              </a:tabLst>
            </a:pPr>
            <a:r>
              <a:rPr b="0" lang="fr-FR" sz="6000" spc="-1" strike="noStrike">
                <a:solidFill>
                  <a:srgbClr val="131212"/>
                </a:solidFill>
                <a:latin typeface="Cal Sans"/>
                <a:ea typeface="Cal Sans"/>
              </a:rPr>
              <a:t>xx%</a:t>
            </a:r>
            <a:endParaRPr b="0" lang="en-US" sz="6000" spc="-1" strike="noStrike">
              <a:solidFill>
                <a:srgbClr val="131212"/>
              </a:solidFill>
              <a:latin typeface="Arial"/>
            </a:endParaRPr>
          </a:p>
        </p:txBody>
      </p:sp>
      <p:sp>
        <p:nvSpPr>
          <p:cNvPr id="81" name="PlaceHolder 3"/>
          <p:cNvSpPr>
            <a:spLocks noGrp="1"/>
          </p:cNvSpPr>
          <p:nvPr>
            <p:ph type="body"/>
          </p:nvPr>
        </p:nvSpPr>
        <p:spPr>
          <a:xfrm>
            <a:off x="546120" y="1993320"/>
            <a:ext cx="8168760" cy="2610000"/>
          </a:xfrm>
          <a:prstGeom prst="rect">
            <a:avLst/>
          </a:prstGeom>
          <a:noFill/>
          <a:ln w="0">
            <a:noFill/>
          </a:ln>
        </p:spPr>
        <p:txBody>
          <a:bodyPr lIns="90000" rIns="90000" tIns="45000" bIns="45000" anchor="t">
            <a:normAutofit/>
          </a:bodyPr>
          <a:p>
            <a:pPr marL="431640" indent="-324000">
              <a:lnSpc>
                <a:spcPct val="100000"/>
              </a:lnSpc>
              <a:spcBef>
                <a:spcPts val="1414"/>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en-US" sz="1800" spc="-1" strike="noStrike">
              <a:solidFill>
                <a:srgbClr val="131212"/>
              </a:solidFill>
              <a:latin typeface="Arial"/>
            </a:endParaRPr>
          </a:p>
          <a:p>
            <a:pPr lvl="1" marL="864360" indent="-324000">
              <a:lnSpc>
                <a:spcPct val="100000"/>
              </a:lnSpc>
              <a:spcBef>
                <a:spcPts val="1134"/>
              </a:spcBef>
              <a:buClr>
                <a:srgbClr val="000000"/>
              </a:buClr>
              <a:buSzPct val="75000"/>
              <a:buFont typeface="Symbol"/>
              <a:buChar char=""/>
            </a:pPr>
            <a:r>
              <a:rPr b="0" lang="fr-FR" sz="1800" spc="-1" strike="noStrike">
                <a:solidFill>
                  <a:srgbClr val="000000"/>
                </a:solidFill>
                <a:latin typeface="Arial"/>
              </a:rPr>
              <a:t>Second Outline Level</a:t>
            </a:r>
            <a:endParaRPr b="0" lang="en-US" sz="1800" spc="-1" strike="noStrike">
              <a:solidFill>
                <a:srgbClr val="131212"/>
              </a:solidFill>
              <a:latin typeface="Arial"/>
            </a:endParaRPr>
          </a:p>
          <a:p>
            <a:pPr lvl="2" marL="1296000" indent="-288360">
              <a:lnSpc>
                <a:spcPct val="100000"/>
              </a:lnSpc>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en-US" sz="1800" spc="-1" strike="noStrike">
              <a:solidFill>
                <a:srgbClr val="131212"/>
              </a:solidFill>
              <a:latin typeface="Arial"/>
            </a:endParaRPr>
          </a:p>
          <a:p>
            <a:pPr lvl="3" marL="1728000" indent="-216000">
              <a:lnSpc>
                <a:spcPct val="100000"/>
              </a:lnSpc>
              <a:spcBef>
                <a:spcPts val="564"/>
              </a:spcBef>
              <a:buClr>
                <a:srgbClr val="000000"/>
              </a:buClr>
              <a:buSzPct val="75000"/>
              <a:buFont typeface="Symbol"/>
              <a:buChar char=""/>
            </a:pPr>
            <a:r>
              <a:rPr b="0" lang="fr-FR" sz="1800" spc="-1" strike="noStrike">
                <a:solidFill>
                  <a:srgbClr val="000000"/>
                </a:solidFill>
                <a:latin typeface="Arial"/>
              </a:rPr>
              <a:t>Fourth Outline Level</a:t>
            </a:r>
            <a:endParaRPr b="0" lang="en-US" sz="1800" spc="-1" strike="noStrike">
              <a:solidFill>
                <a:srgbClr val="131212"/>
              </a:solidFill>
              <a:latin typeface="Arial"/>
            </a:endParaRPr>
          </a:p>
          <a:p>
            <a:pPr lvl="4" marL="216036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Fifth Outline Level</a:t>
            </a:r>
            <a:endParaRPr b="0" lang="en-US" sz="1800" spc="-1" strike="noStrike">
              <a:solidFill>
                <a:srgbClr val="131212"/>
              </a:solidFill>
              <a:latin typeface="Arial"/>
            </a:endParaRPr>
          </a:p>
          <a:p>
            <a:pPr lvl="5" marL="259200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Sixth Outline Level</a:t>
            </a:r>
            <a:endParaRPr b="0" lang="en-US" sz="1800" spc="-1" strike="noStrike">
              <a:solidFill>
                <a:srgbClr val="131212"/>
              </a:solidFill>
              <a:latin typeface="Arial"/>
            </a:endParaRPr>
          </a:p>
          <a:p>
            <a:pPr lvl="6" marL="3024000" indent="-216000">
              <a:lnSpc>
                <a:spcPct val="100000"/>
              </a:lnSpc>
              <a:spcBef>
                <a:spcPts val="286"/>
              </a:spcBef>
              <a:buClr>
                <a:srgbClr val="000000"/>
              </a:buClr>
              <a:buSzPct val="45000"/>
              <a:buFont typeface="Wingdings" charset="2"/>
              <a:buChar char=""/>
            </a:pPr>
            <a:r>
              <a:rPr b="0" lang="fr-FR" sz="1800" spc="-1" strike="noStrike">
                <a:solidFill>
                  <a:srgbClr val="000000"/>
                </a:solidFill>
                <a:latin typeface="Arial"/>
              </a:rPr>
              <a:t>Seventh Outline Level</a:t>
            </a:r>
            <a:endParaRPr b="0" lang="en-US" sz="1800" spc="-1" strike="noStrike">
              <a:solidFill>
                <a:srgbClr val="131212"/>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Google Shape;74;p16"/>
          <p:cNvSpPr/>
          <p:nvPr/>
        </p:nvSpPr>
        <p:spPr>
          <a:xfrm flipH="1" rot="5400000">
            <a:off x="5924520" y="1926720"/>
            <a:ext cx="5145120" cy="1290960"/>
          </a:xfrm>
          <a:prstGeom prst="rect">
            <a:avLst/>
          </a:prstGeom>
          <a:gradFill rotWithShape="0">
            <a:gsLst>
              <a:gs pos="0">
                <a:srgbClr val="ffffff"/>
              </a:gs>
              <a:gs pos="100000">
                <a:srgbClr val="e8f6ff"/>
              </a:gs>
            </a:gsLst>
            <a:lin ang="10800000"/>
          </a:gradFill>
          <a:ln w="0">
            <a:noFill/>
          </a:ln>
        </p:spPr>
        <p:style>
          <a:lnRef idx="0"/>
          <a:fillRef idx="0"/>
          <a:effectRef idx="0"/>
          <a:fontRef idx="minor"/>
        </p:style>
      </p:sp>
      <p:sp>
        <p:nvSpPr>
          <p:cNvPr id="119" name="PlaceHolder 1"/>
          <p:cNvSpPr>
            <a:spLocks noGrp="1"/>
          </p:cNvSpPr>
          <p:nvPr>
            <p:ph type="title"/>
          </p:nvPr>
        </p:nvSpPr>
        <p:spPr>
          <a:xfrm>
            <a:off x="4201200" y="539640"/>
            <a:ext cx="4513320" cy="2198160"/>
          </a:xfrm>
          <a:prstGeom prst="rect">
            <a:avLst/>
          </a:prstGeom>
          <a:noFill/>
          <a:ln w="0">
            <a:noFill/>
          </a:ln>
        </p:spPr>
        <p:txBody>
          <a:bodyPr tIns="91440" bIns="91440" anchor="t">
            <a:noAutofit/>
          </a:bodyPr>
          <a:p>
            <a:pPr>
              <a:lnSpc>
                <a:spcPct val="100000"/>
              </a:lnSpc>
              <a:buNone/>
              <a:tabLst>
                <a:tab algn="l" pos="0"/>
              </a:tabLst>
            </a:pPr>
            <a:r>
              <a:rPr b="0" lang="fr-FR" sz="3000" spc="-1" strike="noStrike">
                <a:solidFill>
                  <a:srgbClr val="131212"/>
                </a:solidFill>
                <a:latin typeface="Arial"/>
              </a:rPr>
              <a:t>Click to edit the title text format</a:t>
            </a:r>
            <a:endParaRPr b="0" lang="en-US" sz="3000" spc="-1" strike="noStrike">
              <a:solidFill>
                <a:srgbClr val="131212"/>
              </a:solidFill>
              <a:latin typeface="Arial"/>
            </a:endParaRPr>
          </a:p>
        </p:txBody>
      </p:sp>
      <p:sp>
        <p:nvSpPr>
          <p:cNvPr id="120"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1640" indent="-324000">
              <a:lnSpc>
                <a:spcPct val="100000"/>
              </a:lnSpc>
              <a:spcBef>
                <a:spcPts val="1414"/>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en-US" sz="1400" spc="-1" strike="noStrike">
              <a:solidFill>
                <a:srgbClr val="131212"/>
              </a:solidFill>
              <a:latin typeface="Arial"/>
            </a:endParaRPr>
          </a:p>
          <a:p>
            <a:pPr lvl="1" marL="864360" indent="-324000">
              <a:lnSpc>
                <a:spcPct val="100000"/>
              </a:lnSpc>
              <a:spcBef>
                <a:spcPts val="1134"/>
              </a:spcBef>
              <a:buClr>
                <a:srgbClr val="000000"/>
              </a:buClr>
              <a:buSzPct val="75000"/>
              <a:buFont typeface="Symbol"/>
              <a:buChar char=""/>
            </a:pPr>
            <a:r>
              <a:rPr b="0" lang="fr-FR" sz="1400" spc="-1" strike="noStrike">
                <a:solidFill>
                  <a:srgbClr val="000000"/>
                </a:solidFill>
                <a:latin typeface="Arial"/>
              </a:rPr>
              <a:t>Second Outline Level</a:t>
            </a:r>
            <a:endParaRPr b="0" lang="en-US" sz="1400" spc="-1" strike="noStrike">
              <a:solidFill>
                <a:srgbClr val="131212"/>
              </a:solidFill>
              <a:latin typeface="Arial"/>
            </a:endParaRPr>
          </a:p>
          <a:p>
            <a:pPr lvl="2" marL="1296000" indent="-288360">
              <a:lnSpc>
                <a:spcPct val="100000"/>
              </a:lnSpc>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en-US" sz="1400" spc="-1" strike="noStrike">
              <a:solidFill>
                <a:srgbClr val="131212"/>
              </a:solidFill>
              <a:latin typeface="Arial"/>
            </a:endParaRPr>
          </a:p>
          <a:p>
            <a:pPr lvl="3" marL="1728000" indent="-216000">
              <a:lnSpc>
                <a:spcPct val="100000"/>
              </a:lnSpc>
              <a:spcBef>
                <a:spcPts val="564"/>
              </a:spcBef>
              <a:buClr>
                <a:srgbClr val="000000"/>
              </a:buClr>
              <a:buSzPct val="75000"/>
              <a:buFont typeface="Symbol"/>
              <a:buChar char=""/>
            </a:pPr>
            <a:r>
              <a:rPr b="0" lang="fr-FR" sz="1400" spc="-1" strike="noStrike">
                <a:solidFill>
                  <a:srgbClr val="000000"/>
                </a:solidFill>
                <a:latin typeface="Arial"/>
              </a:rPr>
              <a:t>Fourth Outline Level</a:t>
            </a:r>
            <a:endParaRPr b="0" lang="en-US" sz="1400" spc="-1" strike="noStrike">
              <a:solidFill>
                <a:srgbClr val="131212"/>
              </a:solidFill>
              <a:latin typeface="Arial"/>
            </a:endParaRPr>
          </a:p>
          <a:p>
            <a:pPr lvl="4" marL="2160360" indent="-216000">
              <a:lnSpc>
                <a:spcPct val="100000"/>
              </a:lnSpc>
              <a:spcBef>
                <a:spcPts val="286"/>
              </a:spcBef>
              <a:buClr>
                <a:srgbClr val="000000"/>
              </a:buClr>
              <a:buSzPct val="45000"/>
              <a:buFont typeface="Wingdings" charset="2"/>
              <a:buChar char=""/>
            </a:pPr>
            <a:r>
              <a:rPr b="0" lang="fr-FR" sz="2000" spc="-1" strike="noStrike">
                <a:solidFill>
                  <a:srgbClr val="000000"/>
                </a:solidFill>
                <a:latin typeface="Arial"/>
              </a:rPr>
              <a:t>Fifth Outline Level</a:t>
            </a:r>
            <a:endParaRPr b="0" lang="en-US" sz="2000" spc="-1" strike="noStrike">
              <a:solidFill>
                <a:srgbClr val="131212"/>
              </a:solidFill>
              <a:latin typeface="Arial"/>
            </a:endParaRPr>
          </a:p>
          <a:p>
            <a:pPr lvl="5" marL="2592000" indent="-216000">
              <a:lnSpc>
                <a:spcPct val="100000"/>
              </a:lnSpc>
              <a:spcBef>
                <a:spcPts val="286"/>
              </a:spcBef>
              <a:buClr>
                <a:srgbClr val="000000"/>
              </a:buClr>
              <a:buSzPct val="45000"/>
              <a:buFont typeface="Wingdings" charset="2"/>
              <a:buChar char=""/>
            </a:pPr>
            <a:r>
              <a:rPr b="0" lang="fr-FR" sz="2000" spc="-1" strike="noStrike">
                <a:solidFill>
                  <a:srgbClr val="000000"/>
                </a:solidFill>
                <a:latin typeface="Arial"/>
              </a:rPr>
              <a:t>Sixth Outline Level</a:t>
            </a:r>
            <a:endParaRPr b="0" lang="en-US" sz="2000" spc="-1" strike="noStrike">
              <a:solidFill>
                <a:srgbClr val="131212"/>
              </a:solidFill>
              <a:latin typeface="Arial"/>
            </a:endParaRPr>
          </a:p>
          <a:p>
            <a:pPr lvl="6" marL="3024000" indent="-216000">
              <a:lnSpc>
                <a:spcPct val="100000"/>
              </a:lnSpc>
              <a:spcBef>
                <a:spcPts val="286"/>
              </a:spcBef>
              <a:buClr>
                <a:srgbClr val="000000"/>
              </a:buClr>
              <a:buSzPct val="45000"/>
              <a:buFont typeface="Wingdings" charset="2"/>
              <a:buChar char=""/>
            </a:pPr>
            <a:r>
              <a:rPr b="0" lang="fr-FR" sz="2000" spc="-1" strike="noStrike">
                <a:solidFill>
                  <a:srgbClr val="000000"/>
                </a:solidFill>
                <a:latin typeface="Arial"/>
              </a:rPr>
              <a:t>Seventh Outline Level</a:t>
            </a:r>
            <a:endParaRPr b="0" lang="en-US" sz="2000" spc="-1" strike="noStrike">
              <a:solidFill>
                <a:srgbClr val="131212"/>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0.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1371600" y="2477160"/>
            <a:ext cx="7514640" cy="1637640"/>
          </a:xfrm>
          <a:prstGeom prst="rect">
            <a:avLst/>
          </a:prstGeom>
          <a:noFill/>
          <a:ln w="0">
            <a:noFill/>
          </a:ln>
        </p:spPr>
        <p:txBody>
          <a:bodyPr tIns="91440" bIns="91440" anchor="b">
            <a:normAutofit/>
          </a:bodyPr>
          <a:p>
            <a:pPr>
              <a:lnSpc>
                <a:spcPct val="150000"/>
              </a:lnSpc>
              <a:buNone/>
              <a:tabLst>
                <a:tab algn="l" pos="0"/>
              </a:tabLst>
            </a:pPr>
            <a:r>
              <a:rPr b="0" lang="en-US" sz="4000" spc="-1" strike="noStrike">
                <a:solidFill>
                  <a:srgbClr val="131212"/>
                </a:solidFill>
                <a:latin typeface="Cal Sans"/>
                <a:ea typeface="Cal Sans"/>
              </a:rPr>
              <a:t>Help Pro Web Application</a:t>
            </a:r>
            <a:endParaRPr b="0" lang="en-US" sz="4000" spc="-1" strike="noStrike">
              <a:solidFill>
                <a:srgbClr val="131212"/>
              </a:solidFill>
              <a:latin typeface="Arial"/>
            </a:endParaRPr>
          </a:p>
        </p:txBody>
      </p:sp>
      <p:sp>
        <p:nvSpPr>
          <p:cNvPr id="158" name="PlaceHolder 2"/>
          <p:cNvSpPr>
            <a:spLocks noGrp="1"/>
          </p:cNvSpPr>
          <p:nvPr>
            <p:ph type="subTitle"/>
          </p:nvPr>
        </p:nvSpPr>
        <p:spPr>
          <a:xfrm>
            <a:off x="0" y="3200400"/>
            <a:ext cx="6629400" cy="1371600"/>
          </a:xfrm>
          <a:prstGeom prst="rect">
            <a:avLst/>
          </a:prstGeom>
          <a:noFill/>
          <a:ln w="0">
            <a:noFill/>
          </a:ln>
        </p:spPr>
        <p:txBody>
          <a:bodyPr tIns="91440" bIns="91440" anchor="b">
            <a:normAutofit/>
          </a:bodyPr>
          <a:p>
            <a:pPr algn="r">
              <a:lnSpc>
                <a:spcPct val="100000"/>
              </a:lnSpc>
              <a:buNone/>
              <a:tabLst>
                <a:tab algn="l" pos="0"/>
              </a:tabLst>
            </a:pPr>
            <a:r>
              <a:rPr b="0" lang="en-US" sz="1400" spc="-1" strike="noStrike">
                <a:solidFill>
                  <a:srgbClr val="131212"/>
                </a:solidFill>
                <a:latin typeface="Teachers"/>
                <a:ea typeface="Teachers"/>
              </a:rPr>
              <a:t>Connecting Donors and Victims During Disasters</a:t>
            </a:r>
            <a:endParaRPr b="0" lang="en-US" sz="1400" spc="-1" strike="noStrike">
              <a:latin typeface="Arial"/>
            </a:endParaRPr>
          </a:p>
        </p:txBody>
      </p:sp>
      <p:pic>
        <p:nvPicPr>
          <p:cNvPr id="159" name="Google Shape;140;p28" descr=""/>
          <p:cNvPicPr/>
          <p:nvPr/>
        </p:nvPicPr>
        <p:blipFill>
          <a:blip r:embed="rId1"/>
          <a:srcRect l="1420" t="12749" r="0" b="39984"/>
          <a:stretch/>
        </p:blipFill>
        <p:spPr>
          <a:xfrm rot="13800">
            <a:off x="312120" y="178200"/>
            <a:ext cx="8597880" cy="25221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457200" y="2086560"/>
            <a:ext cx="2952000" cy="2256840"/>
          </a:xfrm>
          <a:prstGeom prst="rect">
            <a:avLst/>
          </a:prstGeom>
          <a:noFill/>
          <a:ln w="0">
            <a:noFill/>
          </a:ln>
        </p:spPr>
        <p:txBody>
          <a:bodyPr tIns="91440" bIns="91440" anchor="b">
            <a:normAutofit/>
          </a:bodyPr>
          <a:p>
            <a:pPr>
              <a:lnSpc>
                <a:spcPct val="100000"/>
              </a:lnSpc>
              <a:buNone/>
              <a:tabLst>
                <a:tab algn="l" pos="0"/>
              </a:tabLst>
            </a:pPr>
            <a:r>
              <a:rPr b="0" lang="en-US" sz="3000" spc="-1" strike="noStrike">
                <a:solidFill>
                  <a:srgbClr val="131212"/>
                </a:solidFill>
                <a:latin typeface="Cal Sans"/>
                <a:ea typeface="Cal Sans"/>
              </a:rPr>
              <a:t>Introduction</a:t>
            </a:r>
            <a:endParaRPr b="0" lang="en-US" sz="3000" spc="-1" strike="noStrike">
              <a:solidFill>
                <a:srgbClr val="131212"/>
              </a:solidFill>
              <a:latin typeface="Arial"/>
            </a:endParaRPr>
          </a:p>
        </p:txBody>
      </p:sp>
      <p:sp>
        <p:nvSpPr>
          <p:cNvPr id="161" name="PlaceHolder 2"/>
          <p:cNvSpPr>
            <a:spLocks noGrp="1"/>
          </p:cNvSpPr>
          <p:nvPr>
            <p:ph type="subTitle"/>
          </p:nvPr>
        </p:nvSpPr>
        <p:spPr>
          <a:xfrm>
            <a:off x="457200" y="381600"/>
            <a:ext cx="8171640" cy="1675800"/>
          </a:xfrm>
          <a:prstGeom prst="rect">
            <a:avLst/>
          </a:prstGeom>
          <a:noFill/>
          <a:ln w="0">
            <a:noFill/>
          </a:ln>
        </p:spPr>
        <p:txBody>
          <a:bodyPr tIns="91440" bIns="91440" anchor="t">
            <a:normAutofit/>
          </a:bodyPr>
          <a:p>
            <a:pPr>
              <a:lnSpc>
                <a:spcPct val="150000"/>
              </a:lnSpc>
              <a:buNone/>
              <a:tabLst>
                <a:tab algn="l" pos="0"/>
              </a:tabLst>
            </a:pPr>
            <a:r>
              <a:rPr b="0" lang="en-US" sz="1200" spc="-1" strike="noStrike">
                <a:solidFill>
                  <a:srgbClr val="131212"/>
                </a:solidFill>
                <a:latin typeface="Teachers"/>
                <a:ea typeface="Teachers"/>
              </a:rPr>
              <a:t>Help Pro is a web-based platform designed to efficiently connect disaster victims with donors in real time. When disasters occur, many people lose homes and basic needs. Victims often cannot tell others what they need. Donors and volunteers want to help but cannot reach the right people quickly. Some places are remote and hard to access. </a:t>
            </a:r>
            <a:r>
              <a:rPr b="1" lang="en-US" sz="1200" spc="-1" strike="noStrike">
                <a:solidFill>
                  <a:srgbClr val="131212"/>
                </a:solidFill>
                <a:latin typeface="Teachers"/>
                <a:ea typeface="Teachers"/>
              </a:rPr>
              <a:t>Help Pro</a:t>
            </a:r>
            <a:r>
              <a:rPr b="0" lang="en-US" sz="1200" spc="-1" strike="noStrike">
                <a:solidFill>
                  <a:srgbClr val="131212"/>
                </a:solidFill>
                <a:latin typeface="Teachers"/>
                <a:ea typeface="Teachers"/>
              </a:rPr>
              <a:t> will use maps, live location, and verification so victims and donors can find and trust each other quickly.</a:t>
            </a:r>
            <a:endParaRPr b="0" lang="en-US" sz="1200" spc="-1" strike="noStrike">
              <a:latin typeface="Arial"/>
            </a:endParaRPr>
          </a:p>
        </p:txBody>
      </p:sp>
      <p:pic>
        <p:nvPicPr>
          <p:cNvPr id="162" name="Google Shape;211;p31" descr=""/>
          <p:cNvPicPr/>
          <p:nvPr/>
        </p:nvPicPr>
        <p:blipFill>
          <a:blip r:embed="rId1"/>
          <a:srcRect l="0" t="9069" r="0" b="9069"/>
          <a:stretch/>
        </p:blipFill>
        <p:spPr>
          <a:xfrm>
            <a:off x="4114800" y="2286000"/>
            <a:ext cx="4609440" cy="25146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Google Shape;216;p32" descr=""/>
          <p:cNvPicPr/>
          <p:nvPr/>
        </p:nvPicPr>
        <p:blipFill>
          <a:blip r:embed="rId1"/>
          <a:srcRect l="0" t="26025" r="0" b="26029"/>
          <a:stretch/>
        </p:blipFill>
        <p:spPr>
          <a:xfrm>
            <a:off x="546120" y="1993320"/>
            <a:ext cx="8168400" cy="2610000"/>
          </a:xfrm>
          <a:prstGeom prst="rect">
            <a:avLst/>
          </a:prstGeom>
          <a:ln w="0">
            <a:noFill/>
          </a:ln>
        </p:spPr>
      </p:pic>
      <p:sp>
        <p:nvSpPr>
          <p:cNvPr id="164" name="PlaceHolder 1"/>
          <p:cNvSpPr>
            <a:spLocks noGrp="1"/>
          </p:cNvSpPr>
          <p:nvPr>
            <p:ph type="title"/>
          </p:nvPr>
        </p:nvSpPr>
        <p:spPr>
          <a:xfrm>
            <a:off x="1600200" y="486000"/>
            <a:ext cx="7077960" cy="1342800"/>
          </a:xfrm>
          <a:prstGeom prst="rect">
            <a:avLst/>
          </a:prstGeom>
          <a:noFill/>
          <a:ln w="0">
            <a:noFill/>
          </a:ln>
        </p:spPr>
        <p:txBody>
          <a:bodyPr tIns="91440" bIns="91440" anchor="ctr">
            <a:normAutofit fontScale="97000"/>
          </a:bodyPr>
          <a:p>
            <a:pPr algn="r">
              <a:lnSpc>
                <a:spcPct val="100000"/>
              </a:lnSpc>
              <a:buNone/>
              <a:tabLst>
                <a:tab algn="l" pos="0"/>
              </a:tabLst>
            </a:pPr>
            <a:r>
              <a:rPr b="0" lang="en-US" sz="4000" spc="-1" strike="noStrike">
                <a:solidFill>
                  <a:srgbClr val="131212"/>
                </a:solidFill>
                <a:latin typeface="Cal Sans"/>
                <a:ea typeface="Cal Sans"/>
              </a:rPr>
              <a:t>Help Pro Platform Overview</a:t>
            </a:r>
            <a:endParaRPr b="0" lang="en-US" sz="4000" spc="-1" strike="noStrike">
              <a:solidFill>
                <a:srgbClr val="131212"/>
              </a:solidFill>
              <a:latin typeface="Arial"/>
            </a:endParaRPr>
          </a:p>
        </p:txBody>
      </p:sp>
      <p:sp>
        <p:nvSpPr>
          <p:cNvPr id="165" name="PlaceHolder 2"/>
          <p:cNvSpPr>
            <a:spLocks noGrp="1"/>
          </p:cNvSpPr>
          <p:nvPr>
            <p:ph type="title"/>
          </p:nvPr>
        </p:nvSpPr>
        <p:spPr>
          <a:xfrm>
            <a:off x="457200" y="722880"/>
            <a:ext cx="1446840" cy="877320"/>
          </a:xfrm>
          <a:prstGeom prst="rect">
            <a:avLst/>
          </a:prstGeom>
          <a:noFill/>
          <a:ln w="0">
            <a:noFill/>
          </a:ln>
        </p:spPr>
        <p:txBody>
          <a:bodyPr tIns="91440" bIns="91440" anchor="ctr">
            <a:normAutofit fontScale="76000"/>
          </a:bodyPr>
          <a:p>
            <a:pPr>
              <a:lnSpc>
                <a:spcPct val="100000"/>
              </a:lnSpc>
              <a:buNone/>
              <a:tabLst>
                <a:tab algn="l" pos="0"/>
              </a:tabLst>
            </a:pPr>
            <a:r>
              <a:rPr b="0" lang="en-US" sz="6000" spc="-1" strike="noStrike">
                <a:solidFill>
                  <a:srgbClr val="131212"/>
                </a:solidFill>
                <a:latin typeface="Calibri"/>
                <a:ea typeface="Cal Sans"/>
              </a:rPr>
              <a:t>01.</a:t>
            </a:r>
            <a:endParaRPr b="0" lang="en-US" sz="6000" spc="-1" strike="noStrike">
              <a:solidFill>
                <a:srgbClr val="131212"/>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685800" y="2057400"/>
            <a:ext cx="2952000" cy="2256840"/>
          </a:xfrm>
          <a:prstGeom prst="rect">
            <a:avLst/>
          </a:prstGeom>
          <a:noFill/>
          <a:ln w="0">
            <a:noFill/>
          </a:ln>
        </p:spPr>
        <p:txBody>
          <a:bodyPr tIns="91440" bIns="91440" anchor="b">
            <a:normAutofit/>
          </a:bodyPr>
          <a:p>
            <a:pPr>
              <a:lnSpc>
                <a:spcPct val="100000"/>
              </a:lnSpc>
              <a:buNone/>
              <a:tabLst>
                <a:tab algn="l" pos="0"/>
              </a:tabLst>
            </a:pPr>
            <a:r>
              <a:rPr b="0" lang="en-US" sz="3200" spc="-1" strike="noStrike">
                <a:solidFill>
                  <a:srgbClr val="131212"/>
                </a:solidFill>
                <a:latin typeface="Cal Sans"/>
                <a:ea typeface="Cal Sans"/>
              </a:rPr>
              <a:t>Scope</a:t>
            </a:r>
            <a:endParaRPr b="0" lang="en-US" sz="3200" spc="-1" strike="noStrike">
              <a:solidFill>
                <a:srgbClr val="131212"/>
              </a:solidFill>
              <a:latin typeface="Arial"/>
            </a:endParaRPr>
          </a:p>
        </p:txBody>
      </p:sp>
      <p:sp>
        <p:nvSpPr>
          <p:cNvPr id="167" name="PlaceHolder 2"/>
          <p:cNvSpPr>
            <a:spLocks noGrp="1"/>
          </p:cNvSpPr>
          <p:nvPr>
            <p:ph type="subTitle"/>
          </p:nvPr>
        </p:nvSpPr>
        <p:spPr>
          <a:xfrm>
            <a:off x="542880" y="542880"/>
            <a:ext cx="8171640" cy="1675800"/>
          </a:xfrm>
          <a:prstGeom prst="rect">
            <a:avLst/>
          </a:prstGeom>
          <a:noFill/>
          <a:ln w="0">
            <a:noFill/>
          </a:ln>
        </p:spPr>
        <p:txBody>
          <a:bodyPr tIns="91440" bIns="91440" anchor="t">
            <a:normAutofit/>
          </a:bodyPr>
          <a:p>
            <a:pPr>
              <a:lnSpc>
                <a:spcPct val="150000"/>
              </a:lnSpc>
              <a:buNone/>
              <a:tabLst>
                <a:tab algn="l" pos="0"/>
              </a:tabLst>
            </a:pPr>
            <a:r>
              <a:rPr b="0" lang="en-US" sz="1200" spc="-1" strike="noStrike">
                <a:solidFill>
                  <a:srgbClr val="131212"/>
                </a:solidFill>
                <a:latin typeface="Teachers"/>
                <a:ea typeface="Teachers"/>
              </a:rPr>
              <a:t>The scope of Help Pro includes providing a platform where victims can post help requests with location details, admins can verify these requests, and donors can view and respond to them in real time. It covers user registration, request management, live map tracking, direct donor–victim communication, and status updates. The system focuses on disaster situations, ensuring quick, transparent, and reliable help delivery while avoiding unrelated services outside emergency assistance.</a:t>
            </a:r>
            <a:endParaRPr b="0" lang="en-US" sz="1200" spc="-1" strike="noStrike">
              <a:latin typeface="Arial"/>
            </a:endParaRPr>
          </a:p>
        </p:txBody>
      </p:sp>
      <p:pic>
        <p:nvPicPr>
          <p:cNvPr id="168" name="Google Shape;211;p31" descr=""/>
          <p:cNvPicPr/>
          <p:nvPr/>
        </p:nvPicPr>
        <p:blipFill>
          <a:blip r:embed="rId1"/>
          <a:srcRect l="0" t="9069" r="0" b="9069"/>
          <a:stretch/>
        </p:blipFill>
        <p:spPr>
          <a:xfrm>
            <a:off x="3990960" y="2286000"/>
            <a:ext cx="4695840" cy="25617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3657600" y="457200"/>
            <a:ext cx="4514040" cy="2199600"/>
          </a:xfrm>
          <a:prstGeom prst="rect">
            <a:avLst/>
          </a:prstGeom>
          <a:noFill/>
          <a:ln w="0">
            <a:noFill/>
          </a:ln>
        </p:spPr>
        <p:txBody>
          <a:bodyPr tIns="91440" bIns="91440" anchor="t">
            <a:normAutofit/>
          </a:bodyPr>
          <a:p>
            <a:pPr>
              <a:lnSpc>
                <a:spcPct val="100000"/>
              </a:lnSpc>
              <a:buNone/>
              <a:tabLst>
                <a:tab algn="l" pos="0"/>
              </a:tabLst>
            </a:pPr>
            <a:r>
              <a:rPr b="0" lang="en-US" sz="3000" spc="-1" strike="noStrike">
                <a:solidFill>
                  <a:srgbClr val="131212"/>
                </a:solidFill>
                <a:latin typeface="Cal Sans"/>
                <a:ea typeface="Cal Sans"/>
              </a:rPr>
              <a:t>Core Features: Live Location and Admin Verification</a:t>
            </a:r>
            <a:endParaRPr b="0" lang="en-US" sz="3000" spc="-1" strike="noStrike">
              <a:solidFill>
                <a:srgbClr val="131212"/>
              </a:solidFill>
              <a:latin typeface="Arial"/>
            </a:endParaRPr>
          </a:p>
        </p:txBody>
      </p:sp>
      <p:sp>
        <p:nvSpPr>
          <p:cNvPr id="170" name="PlaceHolder 2"/>
          <p:cNvSpPr>
            <a:spLocks noGrp="1"/>
          </p:cNvSpPr>
          <p:nvPr>
            <p:ph type="subTitle"/>
          </p:nvPr>
        </p:nvSpPr>
        <p:spPr>
          <a:xfrm>
            <a:off x="457200" y="848520"/>
            <a:ext cx="5942880" cy="3494880"/>
          </a:xfrm>
          <a:prstGeom prst="rect">
            <a:avLst/>
          </a:prstGeom>
          <a:noFill/>
          <a:ln w="0">
            <a:noFill/>
          </a:ln>
        </p:spPr>
        <p:txBody>
          <a:bodyPr tIns="91440" bIns="91440" anchor="b">
            <a:normAutofit/>
          </a:bodyPr>
          <a:p>
            <a:pPr>
              <a:lnSpc>
                <a:spcPct val="150000"/>
              </a:lnSpc>
              <a:buNone/>
              <a:tabLst>
                <a:tab algn="l" pos="0"/>
              </a:tabLst>
            </a:pPr>
            <a:r>
              <a:rPr b="0" lang="en-US" sz="1200" spc="-1" strike="noStrike">
                <a:solidFill>
                  <a:srgbClr val="131212"/>
                </a:solidFill>
                <a:latin typeface="Teachers"/>
                <a:ea typeface="Teachers"/>
              </a:rPr>
              <a:t>Help Pro’s core features include real-time victim requests with live location, an admin verification system to ensure authenticity, an interactive map for donors to view nearby requests, direct communication between donors and victims, and status tracking for each request from posting to completion. These features make the platform reliable, fast, and easy to use during disaster situations.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3944160" y="315000"/>
            <a:ext cx="4514040" cy="2199600"/>
          </a:xfrm>
          <a:prstGeom prst="rect">
            <a:avLst/>
          </a:prstGeom>
          <a:noFill/>
          <a:ln w="0">
            <a:noFill/>
          </a:ln>
        </p:spPr>
        <p:txBody>
          <a:bodyPr tIns="91440" bIns="91440" anchor="t">
            <a:normAutofit/>
          </a:bodyPr>
          <a:p>
            <a:pPr>
              <a:lnSpc>
                <a:spcPct val="100000"/>
              </a:lnSpc>
              <a:buNone/>
              <a:tabLst>
                <a:tab algn="l" pos="0"/>
              </a:tabLst>
            </a:pPr>
            <a:r>
              <a:rPr b="0" lang="en-US" sz="3000" spc="-1" strike="noStrike">
                <a:solidFill>
                  <a:srgbClr val="131212"/>
                </a:solidFill>
                <a:latin typeface="Cal Sans"/>
                <a:ea typeface="Cal Sans"/>
              </a:rPr>
              <a:t>Technology Stack: </a:t>
            </a:r>
            <a:br>
              <a:rPr sz="3000"/>
            </a:br>
            <a:r>
              <a:rPr b="0" lang="en-US" sz="2600" spc="-1" strike="noStrike">
                <a:solidFill>
                  <a:srgbClr val="131212"/>
                </a:solidFill>
                <a:latin typeface="Cal Sans"/>
                <a:ea typeface="Cal Sans"/>
              </a:rPr>
              <a:t>React JS, Express JS,</a:t>
            </a:r>
            <a:br>
              <a:rPr sz="2600"/>
            </a:br>
            <a:r>
              <a:rPr b="0" lang="en-US" sz="2600" spc="-1" strike="noStrike">
                <a:solidFill>
                  <a:srgbClr val="131212"/>
                </a:solidFill>
                <a:latin typeface="Cal Sans"/>
                <a:ea typeface="Cal Sans"/>
              </a:rPr>
              <a:t>Node JS, MongoDB</a:t>
            </a:r>
            <a:endParaRPr b="0" lang="en-US" sz="2600" spc="-1" strike="noStrike">
              <a:solidFill>
                <a:srgbClr val="131212"/>
              </a:solidFill>
              <a:latin typeface="Arial"/>
            </a:endParaRPr>
          </a:p>
        </p:txBody>
      </p:sp>
      <p:sp>
        <p:nvSpPr>
          <p:cNvPr id="172" name="PlaceHolder 2"/>
          <p:cNvSpPr>
            <a:spLocks noGrp="1"/>
          </p:cNvSpPr>
          <p:nvPr>
            <p:ph type="subTitle"/>
          </p:nvPr>
        </p:nvSpPr>
        <p:spPr>
          <a:xfrm>
            <a:off x="542880" y="1114560"/>
            <a:ext cx="3656880" cy="3494880"/>
          </a:xfrm>
          <a:prstGeom prst="rect">
            <a:avLst/>
          </a:prstGeom>
          <a:noFill/>
          <a:ln w="0">
            <a:noFill/>
          </a:ln>
        </p:spPr>
        <p:txBody>
          <a:bodyPr tIns="91440" bIns="91440" anchor="b">
            <a:normAutofit/>
          </a:bodyPr>
          <a:p>
            <a:pPr>
              <a:lnSpc>
                <a:spcPct val="150000"/>
              </a:lnSpc>
              <a:buNone/>
              <a:tabLst>
                <a:tab algn="l" pos="0"/>
              </a:tabLst>
            </a:pPr>
            <a:r>
              <a:rPr b="0" lang="en-US" sz="1200" spc="-1" strike="noStrike">
                <a:solidFill>
                  <a:srgbClr val="131212"/>
                </a:solidFill>
                <a:latin typeface="Teachers"/>
                <a:ea typeface="Teachers"/>
              </a:rPr>
              <a:t>Help Pro is built using a modern and efficient technology stack. It uses React for a fast and responsive user interface, Node.js and Express for a reliable backend, and MongoDB for secure and scalable data storage. The platform also integrates Leaflet maps + OpenStreetMap (OSM) API to enable real-time location tracking, making disaster help faster and more coordinated.</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3" name="Google Shape;216;p32" descr=""/>
          <p:cNvPicPr/>
          <p:nvPr/>
        </p:nvPicPr>
        <p:blipFill>
          <a:blip r:embed="rId1"/>
          <a:srcRect l="0" t="26025" r="0" b="26029"/>
          <a:stretch/>
        </p:blipFill>
        <p:spPr>
          <a:xfrm>
            <a:off x="457200" y="1733400"/>
            <a:ext cx="8168400" cy="2610000"/>
          </a:xfrm>
          <a:prstGeom prst="rect">
            <a:avLst/>
          </a:prstGeom>
          <a:ln w="0">
            <a:noFill/>
          </a:ln>
        </p:spPr>
      </p:pic>
      <p:sp>
        <p:nvSpPr>
          <p:cNvPr id="174" name="PlaceHolder 1"/>
          <p:cNvSpPr>
            <a:spLocks noGrp="1"/>
          </p:cNvSpPr>
          <p:nvPr>
            <p:ph type="title"/>
          </p:nvPr>
        </p:nvSpPr>
        <p:spPr>
          <a:xfrm>
            <a:off x="1496160" y="257760"/>
            <a:ext cx="7190640" cy="1342440"/>
          </a:xfrm>
          <a:prstGeom prst="rect">
            <a:avLst/>
          </a:prstGeom>
          <a:noFill/>
          <a:ln w="0">
            <a:noFill/>
          </a:ln>
        </p:spPr>
        <p:txBody>
          <a:bodyPr tIns="91440" bIns="91440" anchor="ctr">
            <a:normAutofit/>
          </a:bodyPr>
          <a:p>
            <a:pPr algn="r">
              <a:lnSpc>
                <a:spcPct val="100000"/>
              </a:lnSpc>
              <a:buNone/>
              <a:tabLst>
                <a:tab algn="l" pos="0"/>
              </a:tabLst>
            </a:pPr>
            <a:r>
              <a:rPr b="0" lang="en-US" sz="4000" spc="-1" strike="noStrike">
                <a:solidFill>
                  <a:srgbClr val="131212"/>
                </a:solidFill>
                <a:latin typeface="Cal Sans"/>
                <a:ea typeface="Cal Sans"/>
              </a:rPr>
              <a:t>User Experience &amp; Benefits</a:t>
            </a:r>
            <a:endParaRPr b="0" lang="en-US" sz="4000" spc="-1" strike="noStrike">
              <a:solidFill>
                <a:srgbClr val="131212"/>
              </a:solidFill>
              <a:latin typeface="Arial"/>
            </a:endParaRPr>
          </a:p>
        </p:txBody>
      </p:sp>
      <p:sp>
        <p:nvSpPr>
          <p:cNvPr id="175" name="PlaceHolder 2"/>
          <p:cNvSpPr>
            <a:spLocks noGrp="1"/>
          </p:cNvSpPr>
          <p:nvPr>
            <p:ph type="title"/>
          </p:nvPr>
        </p:nvSpPr>
        <p:spPr>
          <a:xfrm>
            <a:off x="419040" y="542880"/>
            <a:ext cx="1551960" cy="837360"/>
          </a:xfrm>
          <a:prstGeom prst="rect">
            <a:avLst/>
          </a:prstGeom>
          <a:noFill/>
          <a:ln w="0">
            <a:noFill/>
          </a:ln>
        </p:spPr>
        <p:txBody>
          <a:bodyPr tIns="91440" bIns="91440" anchor="ctr">
            <a:normAutofit fontScale="71000"/>
          </a:bodyPr>
          <a:p>
            <a:pPr>
              <a:lnSpc>
                <a:spcPct val="100000"/>
              </a:lnSpc>
              <a:buNone/>
              <a:tabLst>
                <a:tab algn="l" pos="0"/>
              </a:tabLst>
            </a:pPr>
            <a:r>
              <a:rPr b="0" lang="en-US" sz="6000" spc="-1" strike="noStrike">
                <a:solidFill>
                  <a:srgbClr val="131212"/>
                </a:solidFill>
                <a:latin typeface="Calibri"/>
                <a:ea typeface="Cal Sans"/>
              </a:rPr>
              <a:t>02.</a:t>
            </a:r>
            <a:endParaRPr b="0" lang="en-US" sz="6000" spc="-1" strike="noStrike">
              <a:solidFill>
                <a:srgbClr val="131212"/>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218680"/>
            <a:ext cx="2952000" cy="2256840"/>
          </a:xfrm>
          <a:prstGeom prst="rect">
            <a:avLst/>
          </a:prstGeom>
          <a:noFill/>
          <a:ln w="0">
            <a:noFill/>
          </a:ln>
        </p:spPr>
        <p:txBody>
          <a:bodyPr tIns="91440" bIns="91440" anchor="b">
            <a:normAutofit fontScale="86000"/>
          </a:bodyPr>
          <a:p>
            <a:pPr>
              <a:lnSpc>
                <a:spcPct val="100000"/>
              </a:lnSpc>
              <a:buNone/>
              <a:tabLst>
                <a:tab algn="l" pos="0"/>
              </a:tabLst>
            </a:pPr>
            <a:r>
              <a:rPr b="0" lang="en-US" sz="3000" spc="-1" strike="noStrike">
                <a:solidFill>
                  <a:srgbClr val="131212"/>
                </a:solidFill>
                <a:latin typeface="Cal Sans"/>
                <a:ea typeface="Cal Sans"/>
              </a:rPr>
              <a:t>Disaster Victims: Real-Time Communication and Needs Reporting</a:t>
            </a:r>
            <a:endParaRPr b="0" lang="en-US" sz="3000" spc="-1" strike="noStrike">
              <a:solidFill>
                <a:srgbClr val="131212"/>
              </a:solidFill>
              <a:latin typeface="Arial"/>
            </a:endParaRPr>
          </a:p>
        </p:txBody>
      </p:sp>
      <p:sp>
        <p:nvSpPr>
          <p:cNvPr id="177" name="PlaceHolder 2"/>
          <p:cNvSpPr>
            <a:spLocks noGrp="1"/>
          </p:cNvSpPr>
          <p:nvPr>
            <p:ph type="subTitle"/>
          </p:nvPr>
        </p:nvSpPr>
        <p:spPr>
          <a:xfrm>
            <a:off x="542880" y="542880"/>
            <a:ext cx="8171640" cy="1675800"/>
          </a:xfrm>
          <a:prstGeom prst="rect">
            <a:avLst/>
          </a:prstGeom>
          <a:noFill/>
          <a:ln w="0">
            <a:noFill/>
          </a:ln>
        </p:spPr>
        <p:txBody>
          <a:bodyPr tIns="91440" bIns="91440" anchor="t">
            <a:normAutofit/>
          </a:bodyPr>
          <a:p>
            <a:pPr>
              <a:lnSpc>
                <a:spcPct val="150000"/>
              </a:lnSpc>
              <a:buNone/>
              <a:tabLst>
                <a:tab algn="l" pos="0"/>
              </a:tabLst>
            </a:pPr>
            <a:r>
              <a:rPr b="0" lang="en-US" sz="1200" spc="-1" strike="noStrike">
                <a:solidFill>
                  <a:srgbClr val="131212"/>
                </a:solidFill>
                <a:latin typeface="Teachers"/>
                <a:ea typeface="Teachers"/>
              </a:rPr>
              <a:t>Disaster victims can use Help Pro to report their needs in real time, providing details such as type of aid, location, and description. This ensures their requests are visible to verified donors and volunteers quickly, reducing delays and helping them receive timely assistance during emergencies.</a:t>
            </a:r>
            <a:endParaRPr b="0" lang="en-US" sz="1200" spc="-1" strike="noStrike">
              <a:latin typeface="Arial"/>
            </a:endParaRPr>
          </a:p>
        </p:txBody>
      </p:sp>
      <p:pic>
        <p:nvPicPr>
          <p:cNvPr id="178" name="Google Shape;211;p31" descr=""/>
          <p:cNvPicPr/>
          <p:nvPr/>
        </p:nvPicPr>
        <p:blipFill>
          <a:blip r:embed="rId1"/>
          <a:srcRect l="0" t="9069" r="0" b="9069"/>
          <a:stretch/>
        </p:blipFill>
        <p:spPr>
          <a:xfrm>
            <a:off x="3800520" y="2010240"/>
            <a:ext cx="5114880" cy="2790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3715560" y="228600"/>
            <a:ext cx="4514040" cy="2199600"/>
          </a:xfrm>
          <a:prstGeom prst="rect">
            <a:avLst/>
          </a:prstGeom>
          <a:noFill/>
          <a:ln w="0">
            <a:noFill/>
          </a:ln>
        </p:spPr>
        <p:txBody>
          <a:bodyPr tIns="91440" bIns="91440" anchor="t">
            <a:normAutofit/>
          </a:bodyPr>
          <a:p>
            <a:pPr>
              <a:lnSpc>
                <a:spcPct val="100000"/>
              </a:lnSpc>
              <a:buNone/>
              <a:tabLst>
                <a:tab algn="l" pos="0"/>
              </a:tabLst>
            </a:pPr>
            <a:r>
              <a:rPr b="0" lang="en-US" sz="3000" spc="-1" strike="noStrike">
                <a:solidFill>
                  <a:srgbClr val="131212"/>
                </a:solidFill>
                <a:latin typeface="Cal Sans"/>
                <a:ea typeface="Cal Sans"/>
              </a:rPr>
              <a:t>Donors: Authentic Case Access and Efficient Aid Delivery</a:t>
            </a:r>
            <a:endParaRPr b="0" lang="en-US" sz="3000" spc="-1" strike="noStrike">
              <a:solidFill>
                <a:srgbClr val="131212"/>
              </a:solidFill>
              <a:latin typeface="Arial"/>
            </a:endParaRPr>
          </a:p>
        </p:txBody>
      </p:sp>
      <p:sp>
        <p:nvSpPr>
          <p:cNvPr id="180" name="PlaceHolder 2"/>
          <p:cNvSpPr>
            <a:spLocks noGrp="1"/>
          </p:cNvSpPr>
          <p:nvPr>
            <p:ph type="subTitle"/>
          </p:nvPr>
        </p:nvSpPr>
        <p:spPr>
          <a:xfrm>
            <a:off x="542880" y="914400"/>
            <a:ext cx="3656880" cy="3494880"/>
          </a:xfrm>
          <a:prstGeom prst="rect">
            <a:avLst/>
          </a:prstGeom>
          <a:noFill/>
          <a:ln w="0">
            <a:noFill/>
          </a:ln>
        </p:spPr>
        <p:txBody>
          <a:bodyPr tIns="91440" bIns="91440" anchor="b">
            <a:normAutofit/>
          </a:bodyPr>
          <a:p>
            <a:pPr>
              <a:lnSpc>
                <a:spcPct val="150000"/>
              </a:lnSpc>
              <a:buNone/>
              <a:tabLst>
                <a:tab algn="l" pos="0"/>
              </a:tabLst>
            </a:pPr>
            <a:r>
              <a:rPr b="0" lang="en-US" sz="1200" spc="-1" strike="noStrike">
                <a:solidFill>
                  <a:srgbClr val="131212"/>
                </a:solidFill>
                <a:latin typeface="Teachers"/>
                <a:ea typeface="Teachers"/>
              </a:rPr>
              <a:t>Donors can access verified requests from disaster victims through Help Pro, ensuring they help genuine cases. The platform’s interactive maps and real-time updates allow donors to locate victims easily and deliver aid efficiently, making the relief process faster and more reliable.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542880" y="2352600"/>
            <a:ext cx="2952000" cy="2256840"/>
          </a:xfrm>
          <a:prstGeom prst="rect">
            <a:avLst/>
          </a:prstGeom>
          <a:noFill/>
          <a:ln w="0">
            <a:noFill/>
          </a:ln>
        </p:spPr>
        <p:txBody>
          <a:bodyPr tIns="91440" bIns="91440" anchor="b">
            <a:normAutofit/>
          </a:bodyPr>
          <a:p>
            <a:pPr>
              <a:lnSpc>
                <a:spcPct val="100000"/>
              </a:lnSpc>
              <a:buNone/>
              <a:tabLst>
                <a:tab algn="l" pos="0"/>
              </a:tabLst>
            </a:pPr>
            <a:r>
              <a:rPr b="0" lang="en-US" sz="3000" spc="-1" strike="noStrike">
                <a:solidFill>
                  <a:srgbClr val="131212"/>
                </a:solidFill>
                <a:latin typeface="Cal Sans"/>
                <a:ea typeface="Cal Sans"/>
              </a:rPr>
              <a:t>Conclusion</a:t>
            </a:r>
            <a:endParaRPr b="0" lang="en-US" sz="3000" spc="-1" strike="noStrike">
              <a:solidFill>
                <a:srgbClr val="131212"/>
              </a:solidFill>
              <a:latin typeface="Arial"/>
            </a:endParaRPr>
          </a:p>
        </p:txBody>
      </p:sp>
      <p:sp>
        <p:nvSpPr>
          <p:cNvPr id="182" name="PlaceHolder 2"/>
          <p:cNvSpPr>
            <a:spLocks noGrp="1"/>
          </p:cNvSpPr>
          <p:nvPr>
            <p:ph type="subTitle"/>
          </p:nvPr>
        </p:nvSpPr>
        <p:spPr>
          <a:xfrm>
            <a:off x="542880" y="542880"/>
            <a:ext cx="8171640" cy="1675800"/>
          </a:xfrm>
          <a:prstGeom prst="rect">
            <a:avLst/>
          </a:prstGeom>
          <a:noFill/>
          <a:ln w="0">
            <a:noFill/>
          </a:ln>
        </p:spPr>
        <p:txBody>
          <a:bodyPr tIns="91440" bIns="91440" anchor="t">
            <a:normAutofit/>
          </a:bodyPr>
          <a:p>
            <a:pPr>
              <a:lnSpc>
                <a:spcPct val="150000"/>
              </a:lnSpc>
              <a:buNone/>
              <a:tabLst>
                <a:tab algn="l" pos="0"/>
              </a:tabLst>
            </a:pPr>
            <a:r>
              <a:rPr b="0" lang="en-US" sz="1200" spc="-1" strike="noStrike">
                <a:solidFill>
                  <a:srgbClr val="131212"/>
                </a:solidFill>
                <a:latin typeface="Teachers"/>
                <a:ea typeface="Teachers"/>
              </a:rPr>
              <a:t>Help Pro addresses critical gaps in disaster relief by combining real-time communication, geographic verification, and user-friendly design. Its technology stack supports scalability and reliability, ensuring aid reaches those in need swiftly and directly. By bridging victims and donors effectively, Help Pro offers a trustworthy and efficient solution for disaster response challenges.</a:t>
            </a:r>
            <a:endParaRPr b="0" lang="en-US" sz="1200" spc="-1" strike="noStrike">
              <a:latin typeface="Arial"/>
            </a:endParaRPr>
          </a:p>
        </p:txBody>
      </p:sp>
      <p:pic>
        <p:nvPicPr>
          <p:cNvPr id="183" name="Google Shape;211;p31" descr=""/>
          <p:cNvPicPr/>
          <p:nvPr/>
        </p:nvPicPr>
        <p:blipFill>
          <a:blip r:embed="rId1"/>
          <a:srcRect l="0" t="9069" r="0" b="9069"/>
          <a:stretch/>
        </p:blipFill>
        <p:spPr>
          <a:xfrm>
            <a:off x="3657600" y="2057400"/>
            <a:ext cx="5114880" cy="27903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546120" y="2350440"/>
            <a:ext cx="2955960" cy="2252880"/>
          </a:xfrm>
          <a:prstGeom prst="rect">
            <a:avLst/>
          </a:prstGeom>
          <a:noFill/>
          <a:ln w="0">
            <a:noFill/>
          </a:ln>
        </p:spPr>
        <p:txBody>
          <a:bodyPr tIns="91440" bIns="91440" anchor="b">
            <a:noAutofit/>
          </a:bodyPr>
          <a:p>
            <a:pPr>
              <a:lnSpc>
                <a:spcPct val="100000"/>
              </a:lnSpc>
              <a:buNone/>
            </a:pPr>
            <a:r>
              <a:rPr b="0" lang="en-US" sz="3600" spc="-1" strike="noStrike">
                <a:latin typeface="Calibri"/>
              </a:rPr>
              <a:t>Thank you!</a:t>
            </a:r>
            <a:endParaRPr b="0" lang="en-US" sz="3600" spc="-1" strike="noStrike">
              <a:solidFill>
                <a:srgbClr val="131212"/>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LibreOffice/7.3.7.2$Linux_X86_64 LibreOffice_project/30$Build-2</Application>
  <AppVersion>15.0000</AppVersion>
  <Words>3014</Words>
  <Paragraphs>43</Paragraphs>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2025-11-25T10:47:06Z</dcterms:created>
  <dc:creator/>
  <dc:description/>
  <dc:language>en-US</dc:language>
  <cp:lastModifiedBy/>
  <dcterms:modified xsi:type="dcterms:W3CDTF">2025-11-25T16:53:53Z</dcterms:modified>
  <cp:revision>2</cp:revision>
  <dc:subject/>
  <dc:title>Help  Pro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FA0C54C6AA5C49A4BE8D36465128214B_12</vt:lpwstr>
  </property>
  <property fmtid="{D5CDD505-2E9C-101B-9397-08002B2CF9AE}" pid="3" name="KSOProductBuildVer">
    <vt:lpwstr>1033-12.2.0.23155</vt:lpwstr>
  </property>
  <property fmtid="{D5CDD505-2E9C-101B-9397-08002B2CF9AE}" pid="4" name="Slides">
    <vt:i4>11</vt:i4>
  </property>
</Properties>
</file>